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Average"/>
      <p:regular r:id="rId20"/>
    </p:embeddedFont>
    <p:embeddedFont>
      <p:font typeface="Oswal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verage-regular.fntdata"/><Relationship Id="rId11" Type="http://schemas.openxmlformats.org/officeDocument/2006/relationships/slide" Target="slides/slide6.xml"/><Relationship Id="rId22" Type="http://schemas.openxmlformats.org/officeDocument/2006/relationships/font" Target="fonts/Oswald-bold.fntdata"/><Relationship Id="rId10" Type="http://schemas.openxmlformats.org/officeDocument/2006/relationships/slide" Target="slides/slide5.xml"/><Relationship Id="rId21" Type="http://schemas.openxmlformats.org/officeDocument/2006/relationships/font" Target="fonts/Oswal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6c56c5fe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6c56c5fe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6c56c5fec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6c56c5fec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First, we used Physics-Informed Neural Networks to identify the system dynamics and build a 'Digital Twin' from simulated data. Second, we designed a Neural Controller that learns to interact with that Twin to optimize ride comfort, while strictly adhering to real-world actuator constraints.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6c56c5fec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6c56c5fec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6c56c5fec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6c56c5fec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Sampling rate 50Hz, o.o2s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b7fecaae7_5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b7fecaae7_5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b7fecaae7_5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b7fecaae7_5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b7fecaae7_5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b7fecaae7_5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b7fecaae7_5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b7fecaae7_5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main losses that i looked at when modelling the controller: ride comfort: body acceleration, handling: how the tire stayed to the ground and then suspension limits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b7fecaae7_5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b7fecaae7_5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 very sensitive, so we had to normalise the loss functions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b7fecaae7_5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b7fecaae7_5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b7fecaae7_5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b7fecaae7_5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b7fecaae7_5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b7fecaae7_5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b7fecaae7_5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b7fecaae7_5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3" name="Google Shape;13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7430050" y="4741150"/>
            <a:ext cx="10602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Prennoy Babu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311700" y="4776700"/>
            <a:ext cx="9690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NNCD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880"/>
              <a:t>Active Suspension Control via Machine Learning</a:t>
            </a:r>
            <a:endParaRPr sz="3880"/>
          </a:p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Prennoy Babu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425097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Agenda</a:t>
            </a:r>
            <a:endParaRPr sz="2520"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Physical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Phase 1: system identification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Phase 2: controller training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/>
              <a:t>Goals</a:t>
            </a:r>
            <a:endParaRPr sz="2500"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Replace classical state-space math matrices with a neural network for system analysis and build neural network based controller.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</a:t>
            </a:r>
            <a:r>
              <a:rPr lang="en"/>
              <a:t>hase 1: System Identification (Learning the system dynamics from data).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Phase 2: Neural Controller Design (Optimizing ride comfort and handling).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/>
              <a:t>The Physical System (The Ground Truth): Quarter Car Dynamics</a:t>
            </a:r>
            <a:endParaRPr sz="2500"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State-Space </a:t>
            </a:r>
            <a:r>
              <a:rPr lang="en"/>
              <a:t>Representation: 4-state system combining slow body bounce and fast wheel hop.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x1​: Suspension deflection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x2​: Sprung mass velocity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x3​: Tire deflection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x4​: Unsprung mass velocity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9725" y="1595775"/>
            <a:ext cx="1932750" cy="2859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7525" y="1852225"/>
            <a:ext cx="3106325" cy="23042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7166700" y="4454900"/>
            <a:ext cx="1531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Source: MPC lecture</a:t>
            </a:r>
            <a:endParaRPr sz="9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the Dataset: Exciting the System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50 distinct episodes, 10 seconds duration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Mixed Road Profiles: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Isolated Bumps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Rough Asphalt / Random noise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Sinusoidal (continuous oscillation) 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Random Control Excitation (u)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control inputs were clipped to </a:t>
            </a:r>
            <a:r>
              <a:rPr lang="en"/>
              <a:t>±2500 N to enforce a realistic physical limit </a:t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4475" y="1274175"/>
            <a:ext cx="3332601" cy="221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1: System Identification &amp; Physics-Informed Training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Architecture: A multi-layer perceptron (MLP) designed to replace the A and B matrices.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Inputs &amp; Outputs: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Inputs: Current states (x1​...x4​), Actuator Force (u), Road Velocity (w).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Output: State derivatives (x˙).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Normalization: Applied standard scaling to inputs and outputs.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Models Trained: We trained and compared two distinct MLPs: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Pure Data-Driven Model: Learns state derivatives (x˙) relying only on dataset patterns.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</a:t>
            </a:r>
            <a:r>
              <a:rPr lang="en"/>
              <a:t>hysics-Informed Neural Network (PINN): Constrained by the mathematical equations of motion.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1: System Identification &amp; Physics-Informed Training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Physics Loss Mechanism: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Math: We calculated the expected physical derivative using classical state-space matrices: 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</a:t>
            </a:r>
            <a:r>
              <a:rPr lang="en"/>
              <a:t>otal Objective: The PINN optimizes a combined loss function: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Result: The physics loss acts as a regularizer, forcing the network to obey the laws of physics rather than just memorizing the training data.</a:t>
            </a:r>
            <a:endParaRPr/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3113" y="1814700"/>
            <a:ext cx="1897769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8127" y="2739998"/>
            <a:ext cx="2107750" cy="3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1: Results- Validating the Digital Twin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 data: 10 </a:t>
            </a:r>
            <a:r>
              <a:rPr lang="en"/>
              <a:t>different</a:t>
            </a:r>
            <a:r>
              <a:rPr lang="en"/>
              <a:t> episodes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PINNS: 98.80% accuracy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 with Pure data: 97.62% accuracy</a:t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9496" y="1391750"/>
            <a:ext cx="4142800" cy="2937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2: Neural Controller Design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Controller Architecture: A neural policy network that takes the 4 states as input and outputs a control force u, passing through a Tanh layer scaled to exactly ±2500 N.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Initial Objective (Pure Comfort): We initially wanted the smoothest ride possible, so our loss function only penalized the sprung mass acceleration.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Initial Cost: J=∑(Body Acceleration)2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Training Method: Backpropagation Through Time (BPTT) using 50-step rollouts inside the frozen Digital Twin.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We simulate 50 steps (1.0 second) into the future by passing the controller's output into our frozen Digital Twin.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We accumulate the physical cost (acceleration, deflections) over the entire rollout.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The gradients are then calculated backward through the sequence to update the controller's weights.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2: Neural Controller Design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“Reward Hack”: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Controller always engaged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minimising acceleration variance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Improved Loss function: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Making a balanced controller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5396" y="1425213"/>
            <a:ext cx="4048449" cy="287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1450" y="2436838"/>
            <a:ext cx="1776772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2: Results</a:t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Tested using both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Real math model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NN trained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used was unseen test data</a:t>
            </a:r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4274" y="1218600"/>
            <a:ext cx="4631152" cy="328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Extension: Validating the Neural Controller against unseen road hazards.</a:t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New road profile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Both controller and model not trained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4"/>
          <p:cNvPicPr preferRelativeResize="0"/>
          <p:nvPr/>
        </p:nvPicPr>
        <p:blipFill rotWithShape="1">
          <a:blip r:embed="rId3">
            <a:alphaModFix/>
          </a:blip>
          <a:srcRect b="0" l="0" r="49930" t="0"/>
          <a:stretch/>
        </p:blipFill>
        <p:spPr>
          <a:xfrm>
            <a:off x="4077125" y="2333000"/>
            <a:ext cx="2256101" cy="223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4"/>
          <p:cNvPicPr preferRelativeResize="0"/>
          <p:nvPr/>
        </p:nvPicPr>
        <p:blipFill rotWithShape="1">
          <a:blip r:embed="rId3">
            <a:alphaModFix/>
          </a:blip>
          <a:srcRect b="49135" l="51260" r="0" t="0"/>
          <a:stretch/>
        </p:blipFill>
        <p:spPr>
          <a:xfrm>
            <a:off x="6461450" y="2856363"/>
            <a:ext cx="2296325" cy="1189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800" y="2625837"/>
            <a:ext cx="3325574" cy="1650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3651" y="1478262"/>
            <a:ext cx="3898826" cy="2764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802" y="1478250"/>
            <a:ext cx="3898836" cy="276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